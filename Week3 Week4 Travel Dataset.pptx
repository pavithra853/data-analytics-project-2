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2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1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8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6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1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3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1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5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1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483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73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0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04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50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4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7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3 &amp; Week 4</a:t>
            </a:r>
          </a:p>
          <a:p>
            <a:r>
              <a:t>Travel, Tourism &amp; Hospitality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Retention and Dynamic Pricing Analysis</a:t>
            </a:r>
          </a:p>
          <a:p>
            <a:r>
              <a:t>(Travel Dataset)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baseline predictive model.</a:t>
            </a:r>
          </a:p>
          <a:p>
            <a:pPr>
              <a:defRPr sz="2200"/>
            </a:pPr>
            <a:r>
              <a:t>Classify travel records into High Cost and Low Cost.</a:t>
            </a:r>
          </a:p>
          <a:p>
            <a:pPr>
              <a:defRPr sz="2200"/>
            </a:pPr>
            <a:r>
              <a:t>Evaluate model performance using Scikit-Learn.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Features: Destination, Age, Accommodation Type, Transportation Type, Total Cost, Cost Per Day, Travel Month, Age Group.</a:t>
            </a:r>
          </a:p>
          <a:p>
            <a:pPr>
              <a:defRPr sz="2200"/>
            </a:pPr>
            <a:r>
              <a:t>Target: High Cost / Low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Label Encoding</a:t>
            </a:r>
          </a:p>
          <a:p>
            <a:pPr>
              <a:defRPr sz="2200"/>
            </a:pPr>
            <a:r>
              <a:t>Train-Test Split (80:20)</a:t>
            </a:r>
          </a:p>
          <a:p>
            <a:pPr>
              <a:defRPr sz="2200"/>
            </a:pPr>
            <a:r>
              <a:t>Feature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Algorithm: Logistic Regression</a:t>
            </a:r>
          </a:p>
          <a:p>
            <a:pPr>
              <a:defRPr sz="2200"/>
            </a:pPr>
            <a:r>
              <a:t>Model Training</a:t>
            </a:r>
          </a:p>
          <a:p>
            <a:pPr>
              <a:defRPr sz="2200"/>
            </a:pPr>
            <a:r>
              <a:t>Prediction on Test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</a:t>
            </a:r>
          </a:p>
          <a:p>
            <a:pPr>
              <a:defRPr sz="2200"/>
            </a:pPr>
            <a:r>
              <a:t>Precision</a:t>
            </a:r>
          </a:p>
          <a:p>
            <a:pPr>
              <a:defRPr sz="2200"/>
            </a:pPr>
            <a:r>
              <a:t>Recall</a:t>
            </a:r>
          </a:p>
          <a:p>
            <a:pPr>
              <a:defRPr sz="2200"/>
            </a:pPr>
            <a:r>
              <a:t>F1-Score</a:t>
            </a:r>
          </a:p>
          <a:p>
            <a:pPr>
              <a:defRPr sz="2200"/>
            </a:pPr>
            <a:r>
              <a:t>ROC-AUC Curve</a:t>
            </a:r>
          </a:p>
          <a:p>
            <a:pPr>
              <a:defRPr sz="2200"/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Baseline model successfully classified travel cost categories.</a:t>
            </a:r>
          </a:p>
          <a:p>
            <a:pPr>
              <a:defRPr sz="2200"/>
            </a:pPr>
            <a:r>
              <a:t>Supports pricing analysis and business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Develop interactive Power BI Dashboard</a:t>
            </a:r>
          </a:p>
          <a:p>
            <a:pPr>
              <a:defRPr sz="2200"/>
            </a:pPr>
            <a:r>
              <a:t>Present business insights</a:t>
            </a:r>
          </a:p>
          <a:p>
            <a:pPr>
              <a:defRPr sz="2200"/>
            </a:pPr>
            <a:r>
              <a:t>Finalize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KPI Cards</a:t>
            </a:r>
          </a:p>
          <a:p>
            <a:pPr>
              <a:defRPr sz="2200"/>
            </a:pPr>
            <a:r>
              <a:t>Destination Analysis</a:t>
            </a:r>
          </a:p>
          <a:p>
            <a:pPr>
              <a:defRPr sz="2200"/>
            </a:pPr>
            <a:r>
              <a:t>Monthly Travel Trend</a:t>
            </a:r>
          </a:p>
          <a:p>
            <a:pPr>
              <a:defRPr sz="2200"/>
            </a:pPr>
            <a:r>
              <a:t>Cost Analysis</a:t>
            </a:r>
          </a:p>
          <a:p>
            <a:pPr>
              <a:defRPr sz="2200"/>
            </a:pPr>
            <a:r>
              <a:t>Filters &amp; Slicers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Popular destinations</a:t>
            </a:r>
          </a:p>
          <a:p>
            <a:pPr>
              <a:defRPr sz="2200"/>
            </a:pPr>
            <a:r>
              <a:t>High-cost travel patterns</a:t>
            </a:r>
          </a:p>
          <a:p>
            <a:pPr>
              <a:defRPr sz="2200"/>
            </a:pPr>
            <a:r>
              <a:t>Accommodation and transportation cost comparison</a:t>
            </a:r>
          </a:p>
          <a:p>
            <a:pPr>
              <a:defRPr sz="2200"/>
            </a:pPr>
            <a:r>
              <a:t>Monthly travel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Dynamic pricing strategy</a:t>
            </a:r>
          </a:p>
          <a:p>
            <a:pPr>
              <a:defRPr sz="2200"/>
            </a:pPr>
            <a:r>
              <a:t>Seasonal offers</a:t>
            </a:r>
          </a:p>
          <a:p>
            <a:pPr>
              <a:defRPr sz="2200"/>
            </a:pPr>
            <a:r>
              <a:t>Customer segmentation</a:t>
            </a:r>
          </a:p>
          <a:p>
            <a:pPr>
              <a:defRPr sz="2200"/>
            </a:pPr>
            <a:r>
              <a:t>Optimize travel packages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Jupyter Notebooks</a:t>
            </a:r>
          </a:p>
          <a:p>
            <a:pPr>
              <a:defRPr sz="2200"/>
            </a:pPr>
            <a:r>
              <a:t>Power BI Dashboard</a:t>
            </a:r>
          </a:p>
          <a:p>
            <a:pPr>
              <a:defRPr sz="2200"/>
            </a:pPr>
            <a:r>
              <a:t>README.md</a:t>
            </a:r>
          </a:p>
          <a:p>
            <a:pPr>
              <a:defRPr sz="2200"/>
            </a:pPr>
            <a:r>
              <a:t>Project 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ank You Clear Background">
            <a:extLst>
              <a:ext uri="{FF2B5EF4-FFF2-40B4-BE49-F238E27FC236}">
                <a16:creationId xmlns:a16="http://schemas.microsoft.com/office/drawing/2014/main" id="{F975F7AB-FC75-8F56-E9FD-14F6F47B0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09" y="2458064"/>
            <a:ext cx="4444181" cy="299883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</TotalTime>
  <Words>197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Week 3 &amp; Week 4 Travel, Tourism &amp; Hospitality</vt:lpstr>
      <vt:lpstr>Week 3 Objectives</vt:lpstr>
      <vt:lpstr>Dataset &amp; Features</vt:lpstr>
      <vt:lpstr>Data Preparation</vt:lpstr>
      <vt:lpstr>Model Development</vt:lpstr>
      <vt:lpstr>Performance Evaluation</vt:lpstr>
      <vt:lpstr>Week 3 Conclusion</vt:lpstr>
      <vt:lpstr>Week 4 Objectives</vt:lpstr>
      <vt:lpstr>Dashboard Components</vt:lpstr>
      <vt:lpstr>Business Insights</vt:lpstr>
      <vt:lpstr>Recommendations</vt:lpstr>
      <vt:lpstr>Documentation &amp; GitHub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SUGUMAR</cp:lastModifiedBy>
  <cp:revision>2</cp:revision>
  <dcterms:created xsi:type="dcterms:W3CDTF">2013-01-27T09:14:16Z</dcterms:created>
  <dcterms:modified xsi:type="dcterms:W3CDTF">2026-07-02T17:34:50Z</dcterms:modified>
  <cp:category/>
</cp:coreProperties>
</file>