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15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3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27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3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8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25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9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90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67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28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472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6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00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814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41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33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Travel Data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Weeks 1 &amp; 2: Data Acquisition, Cleaning, Feature Engineering, EDA and Statistical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Project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Git repository and project structure</a:t>
            </a:r>
          </a:p>
          <a:p>
            <a:pPr marL="0" indent="0">
              <a:buNone/>
            </a:pPr>
            <a:r>
              <a:rPr dirty="0"/>
              <a:t>• Import travel dataset</a:t>
            </a:r>
          </a:p>
          <a:p>
            <a:pPr marL="0" indent="0">
              <a:buNone/>
            </a:pPr>
            <a:r>
              <a:rPr dirty="0"/>
              <a:t>• Understand dataset attributes and data types</a:t>
            </a:r>
          </a:p>
          <a:p>
            <a:pPr marL="0" indent="0">
              <a:buNone/>
            </a:pPr>
            <a:r>
              <a:rPr dirty="0"/>
              <a:t>• Verify data quality and completeness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Handle missing values in destination, accommodation, transport mode and ratings</a:t>
            </a:r>
          </a:p>
          <a:p>
            <a:pPr marL="0" indent="0">
              <a:buNone/>
            </a:pPr>
            <a:r>
              <a:rPr dirty="0"/>
              <a:t>• Remove duplicate records</a:t>
            </a:r>
          </a:p>
          <a:p>
            <a:pPr marL="0" indent="0">
              <a:buNone/>
            </a:pPr>
            <a:r>
              <a:rPr dirty="0"/>
              <a:t>• Standardize formats and categories</a:t>
            </a:r>
          </a:p>
          <a:p>
            <a:pPr marL="0" indent="0">
              <a:buNone/>
            </a:pPr>
            <a:r>
              <a:rPr dirty="0"/>
              <a:t>• Validate data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Outlier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Detect outliers using IQR method</a:t>
            </a:r>
          </a:p>
          <a:p>
            <a:pPr marL="0" indent="0">
              <a:buNone/>
            </a:pPr>
            <a:r>
              <a:rPr dirty="0"/>
              <a:t>• Analyze accommodation cost outliers</a:t>
            </a:r>
          </a:p>
          <a:p>
            <a:pPr marL="0" indent="0">
              <a:buNone/>
            </a:pPr>
            <a:r>
              <a:rPr dirty="0"/>
              <a:t>• Analyze transportation cost outliers</a:t>
            </a:r>
          </a:p>
          <a:p>
            <a:pPr marL="0" indent="0">
              <a:buNone/>
            </a:pPr>
            <a:r>
              <a:rPr dirty="0"/>
              <a:t>• Treat extreme values for reliable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Travel Cost = Accommodation Cost + Transportation Cost</a:t>
            </a:r>
          </a:p>
          <a:p>
            <a:pPr marL="0" indent="0">
              <a:buNone/>
            </a:pPr>
            <a:r>
              <a:rPr dirty="0"/>
              <a:t>• Cost per Day = Total Travel Cost / Duration</a:t>
            </a:r>
          </a:p>
          <a:p>
            <a:pPr marL="0" indent="0">
              <a:buNone/>
            </a:pPr>
            <a:r>
              <a:rPr dirty="0"/>
              <a:t>• Traveler Age Group classification</a:t>
            </a:r>
          </a:p>
          <a:p>
            <a:pPr marL="0" indent="0">
              <a:buNone/>
            </a:pPr>
            <a:r>
              <a:rPr dirty="0"/>
              <a:t>• Customer Satisfaction Level from ratings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Week 2: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Explore data distributions</a:t>
            </a:r>
          </a:p>
          <a:p>
            <a:pPr marL="0" indent="0">
              <a:buNone/>
            </a:pPr>
            <a:r>
              <a:rPr dirty="0"/>
              <a:t>• Identify trends and patterns</a:t>
            </a:r>
          </a:p>
          <a:p>
            <a:pPr marL="0" indent="0">
              <a:buNone/>
            </a:pPr>
            <a:r>
              <a:rPr dirty="0"/>
              <a:t>• Understand traveler behavior</a:t>
            </a:r>
          </a:p>
          <a:p>
            <a:pPr marL="0" indent="0">
              <a:buNone/>
            </a:pPr>
            <a:r>
              <a:rPr dirty="0"/>
              <a:t>• Summarize key business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Histograms for cost and duration</a:t>
            </a:r>
          </a:p>
          <a:p>
            <a:pPr marL="0" indent="0">
              <a:buNone/>
            </a:pPr>
            <a:r>
              <a:rPr dirty="0"/>
              <a:t>• Bar charts for destinations and transport modes</a:t>
            </a:r>
          </a:p>
          <a:p>
            <a:pPr marL="0" indent="0">
              <a:buNone/>
            </a:pPr>
            <a:r>
              <a:rPr dirty="0"/>
              <a:t>• Pie charts for traveler preferences</a:t>
            </a:r>
          </a:p>
          <a:p>
            <a:pPr marL="0" indent="0">
              <a:buNone/>
            </a:pPr>
            <a:r>
              <a:rPr dirty="0"/>
              <a:t>• Boxplots for outlier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correlation matrix using numerical variables</a:t>
            </a:r>
          </a:p>
          <a:p>
            <a:pPr marL="0" indent="0">
              <a:buNone/>
            </a:pPr>
            <a:r>
              <a:rPr dirty="0"/>
              <a:t>• Identify factors affecting travel expenses</a:t>
            </a:r>
          </a:p>
          <a:p>
            <a:pPr marL="0" indent="0">
              <a:buNone/>
            </a:pPr>
            <a:r>
              <a:rPr dirty="0"/>
              <a:t>• Examine relationships between duration, cost and ratings</a:t>
            </a:r>
          </a:p>
          <a:p>
            <a:pPr marL="0" indent="0">
              <a:buNone/>
            </a:pPr>
            <a:r>
              <a:rPr dirty="0"/>
              <a:t>• Interpret correlation strength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Statistical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Perform hypothesis testing</a:t>
            </a:r>
          </a:p>
          <a:p>
            <a:pPr marL="0" indent="0">
              <a:buNone/>
            </a:pPr>
            <a:r>
              <a:rPr dirty="0"/>
              <a:t>• Analyze relationships between variables</a:t>
            </a:r>
          </a:p>
          <a:p>
            <a:pPr marL="0" indent="0">
              <a:buNone/>
            </a:pPr>
            <a:r>
              <a:rPr dirty="0"/>
              <a:t>• Validate findings statistically</a:t>
            </a:r>
          </a:p>
          <a:p>
            <a:pPr marL="0" indent="0">
              <a:buNone/>
            </a:pPr>
            <a:r>
              <a:rPr dirty="0"/>
              <a:t>• Draw evidence-based conclusions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Document findings using Markdown in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 marL="0" indent="0">
              <a:buNone/>
            </a:pPr>
            <a:r>
              <a:rPr dirty="0"/>
              <a:t>• Explain visualizations and insights</a:t>
            </a:r>
          </a:p>
          <a:p>
            <a:pPr marL="0" indent="0">
              <a:buNone/>
            </a:pPr>
            <a:r>
              <a:rPr dirty="0"/>
              <a:t>• Maintain Git commits and version history</a:t>
            </a:r>
          </a:p>
          <a:p>
            <a:pPr marL="0" indent="0">
              <a:buNone/>
            </a:pPr>
            <a:r>
              <a:rPr dirty="0"/>
              <a:t>• Prepare dataset for predictive analytics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281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Travel Data Analytics Project</vt:lpstr>
      <vt:lpstr>Week 1: Project Initialization</vt:lpstr>
      <vt:lpstr>Week 1: Data Cleaning</vt:lpstr>
      <vt:lpstr>Week 1: Outlier Treatment</vt:lpstr>
      <vt:lpstr>Week 1: Feature Engineering</vt:lpstr>
      <vt:lpstr>Week 2: Exploratory Data Analysis</vt:lpstr>
      <vt:lpstr>Week 2: Data Visualization</vt:lpstr>
      <vt:lpstr>Week 2: Correlation Analysis</vt:lpstr>
      <vt:lpstr>Week 2: Statistical Testing</vt:lpstr>
      <vt:lpstr>Documentation &amp; 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SUGUMAR</cp:lastModifiedBy>
  <cp:revision>3</cp:revision>
  <dcterms:created xsi:type="dcterms:W3CDTF">2013-01-27T09:14:16Z</dcterms:created>
  <dcterms:modified xsi:type="dcterms:W3CDTF">2026-06-25T10:11:59Z</dcterms:modified>
  <cp:category/>
</cp:coreProperties>
</file>