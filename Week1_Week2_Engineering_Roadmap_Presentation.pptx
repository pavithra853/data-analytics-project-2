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0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6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1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8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8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3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4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7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2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6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5298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66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9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9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29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2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7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Four-Week 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Weeks 1 &amp; 2: Data Acquisition, Cleaning, Feature Engineering, EDA and Statistical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Week 1: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Establish Git repository and project structure</a:t>
            </a:r>
          </a:p>
          <a:p>
            <a:pPr marL="0" indent="0">
              <a:buNone/>
            </a:pPr>
            <a:r>
              <a:rPr dirty="0"/>
              <a:t>• Import hospitality/hotel booking dataset</a:t>
            </a:r>
          </a:p>
          <a:p>
            <a:pPr marL="0" indent="0">
              <a:buNone/>
            </a:pPr>
            <a:r>
              <a:rPr dirty="0"/>
              <a:t>• Verify data types, column names, and dataset quality</a:t>
            </a:r>
          </a:p>
          <a:p>
            <a:pPr marL="0" indent="0">
              <a:buNone/>
            </a:pPr>
            <a:r>
              <a:rPr dirty="0"/>
              <a:t>• Understand business objectives and dataset attributes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Handle missing values in agent and company columns</a:t>
            </a:r>
          </a:p>
          <a:p>
            <a:pPr marL="0" indent="0">
              <a:buNone/>
            </a:pPr>
            <a:r>
              <a:rPr dirty="0"/>
              <a:t>• Remove duplicate records</a:t>
            </a:r>
          </a:p>
          <a:p>
            <a:pPr marL="0" indent="0">
              <a:buNone/>
            </a:pPr>
            <a:r>
              <a:rPr dirty="0"/>
              <a:t>• Correct inconsistent data formats</a:t>
            </a:r>
          </a:p>
          <a:p>
            <a:pPr marL="0" indent="0">
              <a:buNone/>
            </a:pPr>
            <a:r>
              <a:rPr dirty="0"/>
              <a:t>• Treat extreme outliers in Average Daily Rate (ADR)</a:t>
            </a:r>
          </a:p>
          <a:p>
            <a:pPr marL="0" indent="0">
              <a:buNone/>
            </a:pPr>
            <a:r>
              <a:rPr dirty="0"/>
              <a:t>• Improve data quality for accurate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Create Total Stay Duration feature</a:t>
            </a:r>
          </a:p>
          <a:p>
            <a:pPr marL="0" indent="0">
              <a:buNone/>
            </a:pPr>
            <a:r>
              <a:rPr dirty="0"/>
              <a:t>• Combine weekend nights and weekday nights</a:t>
            </a:r>
          </a:p>
          <a:p>
            <a:pPr marL="0" indent="0">
              <a:buNone/>
            </a:pPr>
            <a:r>
              <a:rPr dirty="0"/>
              <a:t>• Generate useful derived variables</a:t>
            </a:r>
          </a:p>
          <a:p>
            <a:pPr marL="0" indent="0">
              <a:buNone/>
            </a:pPr>
            <a:r>
              <a:rPr dirty="0"/>
              <a:t>• Improve predictive power and analytical insights</a:t>
            </a:r>
          </a:p>
          <a:p>
            <a:pPr marL="0" indent="0">
              <a:buNone/>
            </a:pPr>
            <a:r>
              <a:rPr dirty="0"/>
              <a:t>• Prepare data for further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Clean and reliable dataset</a:t>
            </a:r>
          </a:p>
          <a:p>
            <a:pPr marL="0" indent="0">
              <a:buNone/>
            </a:pPr>
            <a:r>
              <a:rPr dirty="0"/>
              <a:t>• Enhanced features for analysis</a:t>
            </a:r>
          </a:p>
          <a:p>
            <a:pPr marL="0" indent="0">
              <a:buNone/>
            </a:pPr>
            <a:r>
              <a:rPr dirty="0"/>
              <a:t>• Improved data consistency</a:t>
            </a:r>
          </a:p>
          <a:p>
            <a:pPr marL="0" indent="0">
              <a:buNone/>
            </a:pPr>
            <a:r>
              <a:rPr dirty="0"/>
              <a:t>• Better foundation for EDA and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Explore data patterns and trends</a:t>
            </a:r>
          </a:p>
          <a:p>
            <a:pPr marL="0" indent="0">
              <a:buNone/>
            </a:pPr>
            <a:r>
              <a:rPr dirty="0"/>
              <a:t>• Analyze booking behavior and cancellations</a:t>
            </a:r>
          </a:p>
          <a:p>
            <a:pPr marL="0" indent="0">
              <a:buNone/>
            </a:pPr>
            <a:r>
              <a:rPr dirty="0"/>
              <a:t>• Understand distributions of key variables</a:t>
            </a:r>
          </a:p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Identify anomalies and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Matplotlib and Seaborn libraries</a:t>
            </a:r>
          </a:p>
          <a:p>
            <a:pPr marL="0" indent="0">
              <a:buNone/>
            </a:pPr>
            <a:r>
              <a:rPr dirty="0"/>
              <a:t>• Create histograms, bar charts, box plots, and heatmaps</a:t>
            </a:r>
          </a:p>
          <a:p>
            <a:pPr marL="0" indent="0">
              <a:buNone/>
            </a:pPr>
            <a:r>
              <a:rPr dirty="0"/>
              <a:t>• Visualize booking trends and customer behavior</a:t>
            </a:r>
          </a:p>
          <a:p>
            <a:pPr marL="0" indent="0">
              <a:buNone/>
            </a:pPr>
            <a:r>
              <a:rPr dirty="0"/>
              <a:t>• Present insights clearly through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correlation matrix</a:t>
            </a:r>
          </a:p>
          <a:p>
            <a:pPr marL="0" indent="0">
              <a:buNone/>
            </a:pPr>
            <a:r>
              <a:rPr dirty="0"/>
              <a:t>• Identify variables influencing cancellations</a:t>
            </a:r>
          </a:p>
          <a:p>
            <a:pPr marL="0" indent="0">
              <a:buNone/>
            </a:pPr>
            <a:r>
              <a:rPr dirty="0"/>
              <a:t>• Examine relationships among features</a:t>
            </a:r>
          </a:p>
          <a:p>
            <a:pPr marL="0" indent="0">
              <a:buNone/>
            </a:pPr>
            <a:r>
              <a:rPr dirty="0"/>
              <a:t>• Support data-driven decision 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Statistical Testing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Interpret statistical significance of findings</a:t>
            </a:r>
          </a:p>
          <a:p>
            <a:pPr marL="0" indent="0">
              <a:buNone/>
            </a:pPr>
            <a:r>
              <a:rPr dirty="0"/>
              <a:t>• Explain visualizations using Markdown cells</a:t>
            </a:r>
          </a:p>
          <a:p>
            <a:pPr marL="0" indent="0">
              <a:buNone/>
            </a:pPr>
            <a:r>
              <a:rPr dirty="0"/>
              <a:t>• Document key observations and insights</a:t>
            </a:r>
          </a:p>
          <a:p>
            <a:pPr marL="0" indent="0">
              <a:buNone/>
            </a:pPr>
            <a:r>
              <a:rPr dirty="0"/>
              <a:t>• Maintain clear project reporting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Comprehensive understanding of dataset</a:t>
            </a:r>
          </a:p>
          <a:p>
            <a:pPr marL="0" indent="0">
              <a:buNone/>
            </a:pPr>
            <a:r>
              <a:rPr dirty="0"/>
              <a:t>• Key cancellation factors identified</a:t>
            </a:r>
          </a:p>
          <a:p>
            <a:pPr marL="0" indent="0">
              <a:buNone/>
            </a:pPr>
            <a:r>
              <a:rPr dirty="0"/>
              <a:t>• Well-documented analysis in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 marL="0" indent="0">
              <a:buNone/>
            </a:pPr>
            <a:r>
              <a:rPr dirty="0"/>
              <a:t>• Actionable business insights generated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</TotalTime>
  <Words>307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Four-Week Engineering Roadmap</vt:lpstr>
      <vt:lpstr>Week 1: Data Acquisition</vt:lpstr>
      <vt:lpstr>Week 1: Data Cleaning</vt:lpstr>
      <vt:lpstr>Week 1: Feature Engineering</vt:lpstr>
      <vt:lpstr>Week 1: Outcome</vt:lpstr>
      <vt:lpstr>Week 2: Exploratory Data Analysis (EDA)</vt:lpstr>
      <vt:lpstr>Week 2: Data Visualization</vt:lpstr>
      <vt:lpstr>Week 2: Correlation Analysis</vt:lpstr>
      <vt:lpstr>Week 2: Statistical Testing &amp; Documentation</vt:lpstr>
      <vt:lpstr>Week 2: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SUGUMAR</cp:lastModifiedBy>
  <cp:revision>3</cp:revision>
  <dcterms:created xsi:type="dcterms:W3CDTF">2013-01-27T09:14:16Z</dcterms:created>
  <dcterms:modified xsi:type="dcterms:W3CDTF">2026-06-14T14:11:52Z</dcterms:modified>
  <cp:category/>
</cp:coreProperties>
</file>