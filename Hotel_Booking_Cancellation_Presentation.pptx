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9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2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9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2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1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5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3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22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6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36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202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2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9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64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2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22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Travel, Tourism &amp; Hospitality - Customer Retention and Dynamic Pricing Analysis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Objective: Predict booking cancellations using Machine Learning</a:t>
            </a:r>
          </a:p>
          <a:p>
            <a:pPr marL="0" indent="0">
              <a:buNone/>
            </a:pPr>
            <a:r>
              <a:rPr dirty="0"/>
              <a:t>• Dataset: Hotel Booking Data</a:t>
            </a:r>
          </a:p>
          <a:p>
            <a:pPr marL="0" indent="0">
              <a:buNone/>
            </a:pPr>
            <a:r>
              <a:rPr dirty="0"/>
              <a:t>• Tools: Python, Pandas, Scikit-Learn, Tableau/Power BI</a:t>
            </a:r>
          </a:p>
          <a:p>
            <a:pPr marL="0" indent="0">
              <a:buNone/>
            </a:pPr>
            <a:r>
              <a:rPr dirty="0"/>
              <a:t>• Goal: Support Revenue Management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Week 3: Baseline 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Transition from EDA to Predictive Analytics</a:t>
            </a:r>
          </a:p>
          <a:p>
            <a:pPr marL="0" indent="0">
              <a:buNone/>
            </a:pPr>
            <a:r>
              <a:rPr dirty="0"/>
              <a:t>• Build a classification model for booking cancellation prediction</a:t>
            </a:r>
          </a:p>
          <a:p>
            <a:pPr marL="0" indent="0">
              <a:buNone/>
            </a:pPr>
            <a:r>
              <a:rPr dirty="0"/>
              <a:t>• Prepare training and testing datasets</a:t>
            </a:r>
          </a:p>
          <a:p>
            <a:pPr marL="0" indent="0">
              <a:buNone/>
            </a:pPr>
            <a:r>
              <a:rPr dirty="0"/>
              <a:t>• Develop baseline machine learning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Select target variable: </a:t>
            </a:r>
            <a:r>
              <a:rPr dirty="0" err="1"/>
              <a:t>Is_Canceled</a:t>
            </a:r>
            <a:endParaRPr dirty="0"/>
          </a:p>
          <a:p>
            <a:pPr marL="0" indent="0">
              <a:buNone/>
            </a:pPr>
            <a:r>
              <a:rPr dirty="0"/>
              <a:t>• Handle missing values</a:t>
            </a:r>
          </a:p>
          <a:p>
            <a:pPr marL="0" indent="0">
              <a:buNone/>
            </a:pPr>
            <a:r>
              <a:rPr dirty="0"/>
              <a:t>• Encode categorical variables</a:t>
            </a:r>
          </a:p>
          <a:p>
            <a:pPr marL="0" indent="0">
              <a:buNone/>
            </a:pPr>
            <a:r>
              <a:rPr dirty="0"/>
              <a:t>• Feature scaling where required</a:t>
            </a:r>
          </a:p>
          <a:p>
            <a:pPr marL="0" indent="0">
              <a:buNone/>
            </a:pPr>
            <a:r>
              <a:rPr dirty="0"/>
              <a:t>• Split data into Train (80%) and Test (20%) 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Import Logistic Regression from Scikit-Learn</a:t>
            </a:r>
          </a:p>
          <a:p>
            <a:pPr marL="0" indent="0">
              <a:buNone/>
            </a:pPr>
            <a:r>
              <a:rPr dirty="0"/>
              <a:t>• Train the model using training data</a:t>
            </a:r>
          </a:p>
          <a:p>
            <a:pPr marL="0" indent="0">
              <a:buNone/>
            </a:pPr>
            <a:r>
              <a:rPr dirty="0"/>
              <a:t>• Generate cancellation predictions</a:t>
            </a:r>
          </a:p>
          <a:p>
            <a:pPr marL="0" indent="0">
              <a:buNone/>
            </a:pPr>
            <a:r>
              <a:rPr dirty="0"/>
              <a:t>• Establish baseline model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Train Decision Tree Classifier</a:t>
            </a:r>
          </a:p>
          <a:p>
            <a:pPr marL="0" indent="0">
              <a:buNone/>
            </a:pPr>
            <a:r>
              <a:rPr dirty="0"/>
              <a:t>• Capture non-linear relationships</a:t>
            </a:r>
          </a:p>
          <a:p>
            <a:pPr marL="0" indent="0">
              <a:buNone/>
            </a:pPr>
            <a:r>
              <a:rPr dirty="0"/>
              <a:t>• Compare results with Logistic Regression</a:t>
            </a:r>
          </a:p>
          <a:p>
            <a:pPr marL="0" indent="0">
              <a:buNone/>
            </a:pPr>
            <a:r>
              <a:rPr dirty="0"/>
              <a:t>• Identify important predictive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Accuracy: Overall prediction correctness</a:t>
            </a:r>
          </a:p>
          <a:p>
            <a:pPr marL="0" indent="0">
              <a:buNone/>
            </a:pPr>
            <a:r>
              <a:rPr dirty="0"/>
              <a:t>• Precision: Correct cancellation predictions</a:t>
            </a:r>
          </a:p>
          <a:p>
            <a:pPr marL="0" indent="0">
              <a:buNone/>
            </a:pPr>
            <a:r>
              <a:rPr dirty="0"/>
              <a:t>• Recall: Ability to identify cancellations</a:t>
            </a:r>
          </a:p>
          <a:p>
            <a:pPr marL="0" indent="0">
              <a:buNone/>
            </a:pPr>
            <a:r>
              <a:rPr dirty="0"/>
              <a:t>• F1-Score: Balance of Precision and Recall</a:t>
            </a:r>
          </a:p>
          <a:p>
            <a:pPr marL="0" indent="0">
              <a:buNone/>
            </a:pPr>
            <a:r>
              <a:rPr dirty="0"/>
              <a:t>• ROC-AUC: Model discrimination capability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Plot ROC Curve</a:t>
            </a:r>
          </a:p>
          <a:p>
            <a:pPr marL="0" indent="0">
              <a:buNone/>
            </a:pPr>
            <a:r>
              <a:rPr dirty="0"/>
              <a:t>• Calculate Area Under Curve (AUC)</a:t>
            </a:r>
          </a:p>
          <a:p>
            <a:pPr marL="0" indent="0">
              <a:buNone/>
            </a:pPr>
            <a:r>
              <a:rPr dirty="0"/>
              <a:t>• Higher AUC indicates better model performance</a:t>
            </a:r>
          </a:p>
          <a:p>
            <a:pPr marL="0" indent="0">
              <a:buNone/>
            </a:pPr>
            <a:r>
              <a:rPr dirty="0"/>
              <a:t>• Compare multiple models using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Identify high-risk cancellation bookings</a:t>
            </a:r>
          </a:p>
          <a:p>
            <a:pPr marL="0" indent="0">
              <a:buNone/>
            </a:pPr>
            <a:r>
              <a:rPr dirty="0"/>
              <a:t>• Improve room inventory planning</a:t>
            </a:r>
          </a:p>
          <a:p>
            <a:pPr marL="0" indent="0">
              <a:buNone/>
            </a:pPr>
            <a:r>
              <a:rPr dirty="0"/>
              <a:t>• Support pricing and revenue strategies</a:t>
            </a:r>
          </a:p>
          <a:p>
            <a:pPr marL="0" indent="0">
              <a:buNone/>
            </a:pPr>
            <a:r>
              <a:rPr dirty="0"/>
              <a:t>• Reduce revenue losses from cancellations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Export cleaned dataset</a:t>
            </a:r>
          </a:p>
          <a:p>
            <a:pPr marL="0" indent="0">
              <a:buNone/>
            </a:pPr>
            <a:r>
              <a:rPr dirty="0"/>
              <a:t>• Build interactive dashboards in Tableau or Power BI</a:t>
            </a:r>
          </a:p>
          <a:p>
            <a:pPr marL="0" indent="0">
              <a:buNone/>
            </a:pPr>
            <a:r>
              <a:rPr dirty="0"/>
              <a:t>• Visualize key booking and cancellation trends</a:t>
            </a:r>
          </a:p>
          <a:p>
            <a:pPr marL="0" indent="0">
              <a:buNone/>
            </a:pPr>
            <a:r>
              <a:rPr dirty="0"/>
              <a:t>• Present findings to stakeholders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Booking Trends Dashboard</a:t>
            </a:r>
          </a:p>
          <a:p>
            <a:pPr marL="0" indent="0">
              <a:buNone/>
            </a:pPr>
            <a:r>
              <a:rPr dirty="0"/>
              <a:t>• Cancellation Analysis Dashboard</a:t>
            </a:r>
          </a:p>
          <a:p>
            <a:pPr marL="0" indent="0">
              <a:buNone/>
            </a:pPr>
            <a:r>
              <a:rPr dirty="0"/>
              <a:t>• Customer Segmentation Dashboard</a:t>
            </a:r>
          </a:p>
          <a:p>
            <a:pPr marL="0" indent="0">
              <a:buNone/>
            </a:pPr>
            <a:r>
              <a:rPr dirty="0"/>
              <a:t>• Revenue Performance Dashboard</a:t>
            </a:r>
          </a:p>
          <a:p>
            <a:pPr marL="0" indent="0">
              <a:buNone/>
            </a:pPr>
            <a:r>
              <a:rPr dirty="0"/>
              <a:t>• KPI Summary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Documentation &amp;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Finalize </a:t>
            </a:r>
            <a:r>
              <a:rPr dirty="0" err="1"/>
              <a:t>Jupyter</a:t>
            </a:r>
            <a:r>
              <a:rPr dirty="0"/>
              <a:t> Notebooks</a:t>
            </a:r>
          </a:p>
          <a:p>
            <a:pPr marL="0" indent="0">
              <a:buNone/>
            </a:pPr>
            <a:r>
              <a:rPr dirty="0"/>
              <a:t>• Ensure notebooks run from start to finish</a:t>
            </a:r>
          </a:p>
          <a:p>
            <a:pPr marL="0" indent="0">
              <a:buNone/>
            </a:pPr>
            <a:r>
              <a:rPr dirty="0"/>
              <a:t>• Organize project files</a:t>
            </a:r>
          </a:p>
          <a:p>
            <a:pPr marL="0" indent="0">
              <a:buNone/>
            </a:pPr>
            <a:r>
              <a:rPr dirty="0"/>
              <a:t>• Upload code and reports to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Business Problem Statement</a:t>
            </a:r>
          </a:p>
          <a:p>
            <a:pPr marL="0" indent="0">
              <a:buNone/>
            </a:pPr>
            <a:r>
              <a:rPr dirty="0"/>
              <a:t>• Dataset Description</a:t>
            </a:r>
          </a:p>
          <a:p>
            <a:pPr marL="0" indent="0">
              <a:buNone/>
            </a:pPr>
            <a:r>
              <a:rPr dirty="0"/>
              <a:t>• Data Cleaning Methodology</a:t>
            </a:r>
          </a:p>
          <a:p>
            <a:pPr marL="0" indent="0">
              <a:buNone/>
            </a:pPr>
            <a:r>
              <a:rPr dirty="0"/>
              <a:t>• EDA and Statistical Testing</a:t>
            </a:r>
          </a:p>
          <a:p>
            <a:pPr marL="0" indent="0">
              <a:buNone/>
            </a:pPr>
            <a:r>
              <a:rPr dirty="0"/>
              <a:t>• Predictive Modeling Results</a:t>
            </a:r>
          </a:p>
          <a:p>
            <a:pPr marL="0" indent="0">
              <a:buNone/>
            </a:pPr>
            <a:r>
              <a:rPr dirty="0"/>
              <a:t>• Strategic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Monitor high-risk bookings</a:t>
            </a:r>
          </a:p>
          <a:p>
            <a:pPr marL="0" indent="0">
              <a:buNone/>
            </a:pPr>
            <a:r>
              <a:rPr dirty="0"/>
              <a:t>• Improve cancellation management policies</a:t>
            </a:r>
          </a:p>
          <a:p>
            <a:pPr marL="0" indent="0">
              <a:buNone/>
            </a:pPr>
            <a:r>
              <a:rPr dirty="0"/>
              <a:t>• Optimize pricing strategies</a:t>
            </a:r>
          </a:p>
          <a:p>
            <a:pPr marL="0" indent="0">
              <a:buNone/>
            </a:pPr>
            <a:r>
              <a:rPr dirty="0"/>
              <a:t>• Strengthen customer retention initiatives</a:t>
            </a:r>
          </a:p>
          <a:p>
            <a:pPr marL="0" indent="0">
              <a:buNone/>
            </a:pPr>
            <a:r>
              <a:rPr dirty="0"/>
              <a:t>• Use predictive analytics for future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Successfully developed a baseline churn prediction model</a:t>
            </a:r>
          </a:p>
          <a:p>
            <a:pPr marL="0" indent="0">
              <a:buNone/>
            </a:pPr>
            <a:r>
              <a:rPr dirty="0"/>
              <a:t>• Evaluated model performance using industry-standard metrics</a:t>
            </a:r>
          </a:p>
          <a:p>
            <a:pPr marL="0" indent="0">
              <a:buNone/>
            </a:pPr>
            <a:r>
              <a:rPr dirty="0"/>
              <a:t>• Created dashboards for business decision support</a:t>
            </a:r>
          </a:p>
          <a:p>
            <a:pPr marL="0" indent="0">
              <a:buNone/>
            </a:pPr>
            <a:r>
              <a:rPr dirty="0"/>
              <a:t>• Delivered actionable recommendations for Revenue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</TotalTime>
  <Words>417</Words>
  <Application>Microsoft Office PowerPoint</Application>
  <PresentationFormat>On-screen Show (4:3)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Vapor Trail</vt:lpstr>
      <vt:lpstr>Travel, Tourism &amp; Hospitality - Customer Retention and Dynamic Pricing Analysis</vt:lpstr>
      <vt:lpstr>Project Overview</vt:lpstr>
      <vt:lpstr>Week 3: Baseline Predictive Modeling</vt:lpstr>
      <vt:lpstr>Data Preparation</vt:lpstr>
      <vt:lpstr>Logistic Regression Model</vt:lpstr>
      <vt:lpstr>Decision Tree Model</vt:lpstr>
      <vt:lpstr>Model Evaluation Metrics</vt:lpstr>
      <vt:lpstr>ROC Curve Analysis</vt:lpstr>
      <vt:lpstr>Business Insights</vt:lpstr>
      <vt:lpstr>Week 4: Dashboard Development</vt:lpstr>
      <vt:lpstr>Dashboard Components</vt:lpstr>
      <vt:lpstr>Documentation &amp; GitHub Repository</vt:lpstr>
      <vt:lpstr>README Documentation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SUGUMAR</cp:lastModifiedBy>
  <cp:revision>2</cp:revision>
  <dcterms:created xsi:type="dcterms:W3CDTF">2013-01-27T09:14:16Z</dcterms:created>
  <dcterms:modified xsi:type="dcterms:W3CDTF">2026-06-21T11:41:05Z</dcterms:modified>
  <cp:category/>
</cp:coreProperties>
</file>